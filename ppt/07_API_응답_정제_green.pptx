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C7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-50" kern="0" dirty="0">
                <a:solidFill>
                  <a:srgbClr val="102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응답 정제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6B7C71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응답 필드를 기존 전처리 파일과 같은 스키마로 바꾸고, 특수 코드와 호출 실패를 따로 처리했습니다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" y="1714500"/>
            <a:ext cx="63373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  <a:effectLst>
            <a:outerShdw sx="100000" sy="100000" kx="0" ky="0" algn="bl" rotWithShape="0" blurRad="177800" dist="25400" dir="5400000">
              <a:srgbClr val="0B3D2A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1200" y="1816100"/>
            <a:ext cx="6134100" cy="381000"/>
          </a:xfrm>
          <a:prstGeom prst="roundRect">
            <a:avLst>
              <a:gd name="adj" fmla="val 16667"/>
            </a:avLst>
          </a:prstGeom>
          <a:solidFill>
            <a:srgbClr val="0B3D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16100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필드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05100" y="1816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변환 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18161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의미 / 처리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987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gutCo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05100" y="22987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86300" y="22987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출동건수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1200" y="2870200"/>
            <a:ext cx="6134100" cy="495300"/>
          </a:xfrm>
          <a:prstGeom prst="roundRect">
            <a:avLst>
              <a:gd name="adj" fmla="val 10256"/>
            </a:avLst>
          </a:prstGeom>
          <a:solidFill>
            <a:srgbClr val="F0F8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8448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trnfCo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705100" y="28448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transport_cnt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86300" y="28448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이송건수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909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trnfPcnt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05100" y="33909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transport_person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86300" y="33909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이송인원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200" y="3962400"/>
            <a:ext cx="6134100" cy="495300"/>
          </a:xfrm>
          <a:prstGeom prst="roundRect">
            <a:avLst>
              <a:gd name="adj" fmla="val 10256"/>
            </a:avLst>
          </a:prstGeom>
          <a:solidFill>
            <a:srgbClr val="F0F8F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9370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소방서명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705100" y="39370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District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86300" y="39370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관할구역에서 "○○구" 추출 후 최빈값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831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rcptYm (요청 년월)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705100" y="44831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686300" y="44831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YYYY-MM-01 날짜로 통일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1200" y="5054600"/>
            <a:ext cx="6134100" cy="495300"/>
          </a:xfrm>
          <a:prstGeom prst="roundRect">
            <a:avLst>
              <a:gd name="adj" fmla="val 10256"/>
            </a:avLst>
          </a:prstGeom>
          <a:solidFill>
            <a:srgbClr val="F0F8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0292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hpid · dutyName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05100" y="50292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Hospital_ID · Name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686300" y="50292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식별 키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55753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8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hvec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705100" y="5575300"/>
            <a:ext cx="1905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Available_Beds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686300" y="5575300"/>
            <a:ext cx="2095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응급실 일반병상 가용 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99300" y="1714500"/>
            <a:ext cx="4483100" cy="22098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  <a:effectLst>
            <a:outerShdw sx="100000" sy="100000" kx="0" ky="0" algn="bl" rotWithShape="0" blurRad="177800" dist="25400" dir="5400000">
              <a:srgbClr val="0B3D2A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02500" y="1892300"/>
            <a:ext cx="711200" cy="22860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02500" y="18923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특수 코드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02500" y="2197100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음수 병상 = 미보고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302500" y="2552700"/>
            <a:ext cx="12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E8E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6곳</a:t>
            </a:r>
            <a:endParaRPr lang="en-US" sz="4000" dirty="0"/>
          </a:p>
        </p:txBody>
      </p:sp>
      <p:sp>
        <p:nvSpPr>
          <p:cNvPr id="40" name="Text 38"/>
          <p:cNvSpPr txBox="1"/>
          <p:nvPr/>
        </p:nvSpPr>
        <p:spPr>
          <a:xfrm>
            <a:off x="8496300" y="2552700"/>
            <a:ext cx="2882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병상 미보고 병원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(2026-09-28 수집)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02500" y="3124200"/>
            <a:ext cx="4076700" cy="0"/>
          </a:xfrm>
          <a:prstGeom prst="line">
            <a:avLst/>
          </a:prstGeom>
          <a:noFill/>
          <a:ln w="9525">
            <a:solidFill>
              <a:srgbClr val="DCE5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02500" y="3213100"/>
            <a:ext cx="4076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 같은 음수는 정보 없음 코드. 그대로 합산하면 구 합계가 마이너스로 왜곡돼 결측으로 바꾸고 Beds_Unknown으로 표시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99300" y="4076700"/>
            <a:ext cx="4483100" cy="22098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  <a:effectLst>
            <a:outerShdw sx="100000" sy="100000" kx="0" ky="0" algn="bl" rotWithShape="0" blurRad="177800" dist="25400" dir="5400000">
              <a:srgbClr val="0B3D2A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02500" y="4254500"/>
            <a:ext cx="711200" cy="22860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302500" y="42545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693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 실패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302500" y="4559300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값으로 대체 (ffill)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7302500" y="4914900"/>
            <a:ext cx="12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E8E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4000" dirty="0"/>
          </a:p>
        </p:txBody>
      </p:sp>
      <p:sp>
        <p:nvSpPr>
          <p:cNvPr id="48" name="Text 46"/>
          <p:cNvSpPr txBox="1"/>
          <p:nvPr/>
        </p:nvSpPr>
        <p:spPr>
          <a:xfrm>
            <a:off x="8496300" y="4914900"/>
            <a:ext cx="2882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수집에서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값으로 대체된 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02500" y="5486400"/>
            <a:ext cx="4076700" cy="0"/>
          </a:xfrm>
          <a:prstGeom prst="line">
            <a:avLst/>
          </a:prstGeom>
          <a:noFill/>
          <a:ln w="9525">
            <a:solidFill>
              <a:srgbClr val="DCE5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02500" y="5575300"/>
            <a:ext cx="4076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5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응답이나 오류가 난 구는 이전 저장 파일의 같은 구 값으로 채우고 is_ffilled=True로 남겨 대체 여부를 구분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01_119_공공API_연동.ipynb — STATION2GU, ER_FIELD_MAP, fetch_realtime_er_beds · 01_119_API_결과_시각화.ipynb · 02_119_ml_dataset.ipynb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2026-09-28T06:29:48Z</dcterms:created>
  <dcterms:modified xsi:type="dcterms:W3CDTF">2026-09-28T06:29:48Z</dcterms:modified>
</cp:coreProperties>
</file>