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8940D-DF81-4E18-B73B-43209D70996F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5C631-1D40-4267-B03C-413E13081A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37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altLang="ko-KR" sz="1800" b="0" u="none" strike="noStrike" dirty="0" smtClean="0">
              <a:solidFill>
                <a:srgbClr val="000000"/>
              </a:solidFill>
              <a:effectLst/>
              <a:uFillTx/>
              <a:latin typeface="Arial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 sz="1800" b="1" dirty="0" smtClean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구급통계서비스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월별 출동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 건수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국립중앙의료원 응급의료기관 정보</a:t>
            </a:r>
            <a:r>
              <a:rPr lang="ko-KR" altLang="en-US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응급실 </a:t>
            </a:r>
            <a:r>
              <a:rPr lang="ko-KR" altLang="en-US" sz="14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가용병상</a:t>
            </a:r>
            <a:endParaRPr lang="ko-KR" altLang="en-US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DSSP-IF-00242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병상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누락 병원 보완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DSSP-IF-10288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목록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응급실 운영 여부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DSSP-IF-00606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자치구별 병상 수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CSV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일별 집계표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생활인구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원인별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구조인원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서울소방서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안전센터 현황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소방서 → 자치구 매핑</a:t>
            </a: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소방서별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본부별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구급활동정보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시도별 월별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구급출동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2021~2022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건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= 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행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표본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data.csv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관악소방서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개월 표본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XLSX 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서울시 구급 출동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2022~2024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동별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월별 출동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유출입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2019~2024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환자 주소지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소재지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학습 데이터에 들어간 원본 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API 1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구급통계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CSV 2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XLSX 1 (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나머지는 매핑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참고용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6856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57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55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96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9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18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6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3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14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43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830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14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EE64-3010-4F5A-B2BC-D3ED5D47B71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0F5B1-1689-4988-9F69-08CFE19B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95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2"/>
          <p:cNvSpPr/>
          <p:nvPr/>
        </p:nvSpPr>
        <p:spPr>
          <a:xfrm>
            <a:off x="457200" y="38412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02 </a:t>
            </a:r>
            <a:r>
              <a:rPr lang="zh-CN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데이터 수집 및 분석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457200" y="786240"/>
            <a:ext cx="1127664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lang="zh-CN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데이터 수집 개요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551160" y="1401480"/>
            <a:ext cx="11276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1-2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수집 방법별 구성과 분석에서 제외한 데이터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ounded Rectangle 5"/>
          <p:cNvSpPr/>
          <p:nvPr/>
        </p:nvSpPr>
        <p:spPr>
          <a:xfrm>
            <a:off x="45720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657360" y="2019960"/>
            <a:ext cx="3199320" cy="9694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구급통계서비스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월별 이송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국립중앙의료원 응급실 가용병상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안전데이터포털 병상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기관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연도통계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429588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Box 8"/>
          <p:cNvSpPr/>
          <p:nvPr/>
        </p:nvSpPr>
        <p:spPr>
          <a:xfrm>
            <a:off x="449604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CSV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 생활인구 일별 집계표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구조활동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소방서별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본부별 구급활동정보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구급출동 건별 현황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2021~2022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 건별 표본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data.csv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9"/>
          <p:cNvSpPr/>
          <p:nvPr/>
        </p:nvSpPr>
        <p:spPr>
          <a:xfrm>
            <a:off x="813492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833472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XLSX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서울시 소방 구급 출동 현황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2022~2024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의료이용 유출입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2019~2024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Table 11"/>
          <p:cNvGraphicFramePr/>
          <p:nvPr/>
        </p:nvGraphicFramePr>
        <p:xfrm>
          <a:off x="457200" y="4079880"/>
          <a:ext cx="11277000" cy="2278800"/>
        </p:xfrm>
        <a:graphic>
          <a:graphicData uri="http://schemas.openxmlformats.org/drawingml/2006/table">
            <a:tbl>
              <a:tblPr/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데이터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이유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대신 사용한 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구급출동 건별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집계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사고 발생 구 기준 → 소방서 관할 기준인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구별 수준이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0.77~1.54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배로 달라 혼합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가지 기준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서울시 구급 출동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출동건수만 있고 이송건수 없음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기간 중복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이송건수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구급활동 실적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 단위라 월별 분석에 사용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월별 자료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소방청 본부별 구급활동정보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시도 단위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단위 아님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합계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실시간 병상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 건별 표본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병상은 수용 현황 스냅샷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표본은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구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웹 현황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/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빈도 분석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5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와이드스크린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Calibri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created xsi:type="dcterms:W3CDTF">2026-09-30T07:47:54Z</dcterms:created>
  <dcterms:modified xsi:type="dcterms:W3CDTF">2026-09-30T08:21:04Z</dcterms:modified>
</cp:coreProperties>
</file>