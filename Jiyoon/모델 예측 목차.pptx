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98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 pitchFamily="50" charset="-127"/>
                <a:ea typeface="에이투지체 4 Regular" pitchFamily="50" charset="-127"/>
                <a:cs typeface="Pretendard SemiBold" pitchFamily="34" charset="-120"/>
              </a:rPr>
              <a:t>02  데이터 수집 및 분석</a:t>
            </a:r>
            <a:endParaRPr lang="en-US" sz="1200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6 SemiBold" pitchFamily="50" charset="-127"/>
                <a:ea typeface="에이투지체 6 SemiBold" pitchFamily="50" charset="-127"/>
                <a:cs typeface="Pretendard Black" pitchFamily="34" charset="-120"/>
              </a:rPr>
              <a:t>1. 데이터 수집 개요</a:t>
            </a:r>
            <a:endParaRPr lang="en-US" sz="3600" dirty="0">
              <a:latin typeface="에이투지체 6 SemiBold" pitchFamily="50" charset="-127"/>
              <a:ea typeface="에이투지체 6 SemiBold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1-1 주요 데이터 4종을 학습 데이터로 통합</a:t>
            </a:r>
            <a:endParaRPr lang="en-US" sz="1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5" name="HeroKPI"/>
          <p:cNvSpPr/>
          <p:nvPr/>
        </p:nvSpPr>
        <p:spPr>
          <a:xfrm>
            <a:off x="457200" y="1993392"/>
            <a:ext cx="2682164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76656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14종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76656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수집한 원본 데이터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" y="3182112"/>
            <a:ext cx="2243252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구급·병상 API · CSV · XLSX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0" name="KPI1"/>
          <p:cNvSpPr/>
          <p:nvPr/>
        </p:nvSpPr>
        <p:spPr>
          <a:xfrm>
            <a:off x="3322244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41700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4종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41700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학습 데이터로 통합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41700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1700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이송 · 생활인구 · 사고원인 · 의료이용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5" name="KPI2"/>
          <p:cNvSpPr/>
          <p:nvPr/>
        </p:nvSpPr>
        <p:spPr>
          <a:xfrm>
            <a:off x="6187288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6744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108개월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6744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이송 건수 기록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6744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6744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2017.01 ~ 2025.12, 월 단위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0" name="KPI3"/>
          <p:cNvSpPr/>
          <p:nvPr/>
        </p:nvSpPr>
        <p:spPr>
          <a:xfrm>
            <a:off x="9052331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71787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25개 구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71787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분석 단위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71787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71787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서울 전체 자치구, 구 × 월 / 구 × 일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85038"/>
              </p:ext>
            </p:extLst>
          </p:nvPr>
        </p:nvGraphicFramePr>
        <p:xfrm>
          <a:off x="457200" y="4121595"/>
          <a:ext cx="11277295" cy="20665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데이터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출처 · 수집 방법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기간 · 단위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분석에서의 역할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119 구급활동 통계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소방청 구급통계서비스 OpenAPI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2017.01~2025.12 · 구 × 월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이송 건수(예측 대상) · 계절성 · 추세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서울 생활인구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자치구단위 서울생활인구 일별 집계표 CSV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2018.04~2026.07 · 구 × 일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인구 밀집 예측 대상 · 이송 가중치 산출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119 구조활동 실적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서울 구별 구조활동 실적 CSV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2006~2025 · 구 × 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사고 원인 키워드 · 트렌드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의료이용 유출입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의료이용 유출입 데이터 XLSX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2019~2024 · 구 × 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지역 의료 수요 · 공급 참고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371019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 pitchFamily="50" charset="-127"/>
                <a:ea typeface="에이투지체 4 Regular" pitchFamily="50" charset="-127"/>
                <a:cs typeface="Pretendard Medium" pitchFamily="34" charset="-120"/>
              </a:rPr>
              <a:t>출처: 소방청 구급통계서비스 OpenAPI · 서울 생활인구 · 서울 구조활동 실적 · 의료이용 유출입 데이터</a:t>
            </a:r>
            <a:endParaRPr lang="en-US" sz="900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Pretendard Black"/>
        <a:cs typeface="Pretendard Black"/>
        <a:font script="Jpan" typeface="游ゴシック Light"/>
        <a:font script="Hang" typeface="Pretendard Black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Medium"/>
        <a:ea typeface="Pretendard Medium"/>
        <a:cs typeface="Pretendard Medium"/>
        <a:font script="Jpan" typeface="游ゴシック"/>
        <a:font script="Hang" typeface="Pretendard Medium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173</Words>
  <Application>Microsoft Office PowerPoint</Application>
  <PresentationFormat>와이드스크린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Pretendard</vt:lpstr>
      <vt:lpstr>Pretendard Black</vt:lpstr>
      <vt:lpstr>Pretendard Medium</vt:lpstr>
      <vt:lpstr>Pretendard SemiBold</vt:lpstr>
      <vt:lpstr>맑은 고딕</vt:lpstr>
      <vt:lpstr>에이투지체 4 Regular</vt:lpstr>
      <vt:lpstr>에이투지체 5 Medium</vt:lpstr>
      <vt:lpstr>에이투지체 6 SemiBold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2026-09-30T08:16:33Z</dcterms:created>
  <dcterms:modified xsi:type="dcterms:W3CDTF">2026-10-01T03:04:08Z</dcterms:modified>
</cp:coreProperties>
</file>